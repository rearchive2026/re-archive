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  <p:sldMasterId id="2147483661" r:id="rId2"/>
  </p:sldMasterIdLst>
  <p:notesMasterIdLst>
    <p:notesMasterId r:id="rId3"/>
  </p:notesMasterIdLst>
  <p:sldIdLst>
    <p:sldId id="258" r:id="rId4"/>
    <p:sldId id="4552" r:id="rId5"/>
    <p:sldId id="4500" r:id="rId6"/>
    <p:sldId id="4733" r:id="rId7"/>
    <p:sldId id="4744" r:id="rId8"/>
    <p:sldId id="4745" r:id="rId9"/>
    <p:sldId id="4489" r:id="rId10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2957" autoAdjust="0"/>
    <p:restoredTop sz="94660"/>
  </p:normalViewPr>
  <p:slideViewPr>
    <p:cSldViewPr snapToGrid="0">
      <p:cViewPr>
        <p:scale>
          <a:sx n="80" d="100"/>
          <a:sy n="80" d="100"/>
        </p:scale>
        <p:origin x="941" y="43"/>
      </p:cViewPr>
      <p:guideLst>
        <p:guide orient="horz" pos="2156"/>
        <p:guide pos="38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7.xml"  /><Relationship Id="rId11" Type="http://schemas.openxmlformats.org/officeDocument/2006/relationships/presProps" Target="presProps.xml"  /><Relationship Id="rId12" Type="http://schemas.openxmlformats.org/officeDocument/2006/relationships/viewProps" Target="viewProps.xml"  /><Relationship Id="rId13" Type="http://schemas.openxmlformats.org/officeDocument/2006/relationships/theme" Target="theme/theme1.xml"  /><Relationship Id="rId14" Type="http://schemas.openxmlformats.org/officeDocument/2006/relationships/tableStyles" Target="tableStyles.xml"  /><Relationship Id="rId2" Type="http://schemas.openxmlformats.org/officeDocument/2006/relationships/slideMaster" Target="slideMasters/slideMaster2.xml"  /><Relationship Id="rId3" Type="http://schemas.openxmlformats.org/officeDocument/2006/relationships/notesMaster" Target="notesMasters/notesMaster1.xml"  /><Relationship Id="rId4" Type="http://schemas.openxmlformats.org/officeDocument/2006/relationships/slide" Target="slides/slide1.xml"  /><Relationship Id="rId5" Type="http://schemas.openxmlformats.org/officeDocument/2006/relationships/slide" Target="slides/slide2.xml"  /><Relationship Id="rId6" Type="http://schemas.openxmlformats.org/officeDocument/2006/relationships/slide" Target="slides/slide3.xml"  /><Relationship Id="rId7" Type="http://schemas.openxmlformats.org/officeDocument/2006/relationships/slide" Target="slides/slide4.xml"  /><Relationship Id="rId8" Type="http://schemas.openxmlformats.org/officeDocument/2006/relationships/slide" Target="slides/slide5.xml"  /><Relationship Id="rId9" Type="http://schemas.openxmlformats.org/officeDocument/2006/relationships/slide" Target="slides/slide6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3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14DE6FA7-7CE4-469E-B6B1-4BA696E9AA36}" type="datetime1">
              <a:rPr lang="ko-KR" altLang="en-US"/>
              <a:pPr lvl="0">
                <a:defRPr/>
              </a:pPr>
              <a:t>2026-04-24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6EBD8E37-8EEE-470C-A9C2-CEF9B24CF7D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673172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F34739-B45C-CC45-804F-C65464834E42}" type="slidenum">
              <a:rPr kumimoji="1" lang="ko-Kore-KR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ko-Kore-KR" alt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999895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1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_rels/slideLayout2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2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98A6A0-76B4-036A-946D-FC19C2C4D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2716DB-77E1-FA85-0EDD-D6EB0A68A4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AE0C07-8E11-3836-7FE2-D98850A53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9BD58C-F8BC-4FDB-0D04-DC44F5B1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097F6-668F-D1F7-2B26-51277B401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549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A99577-427E-3927-8EFE-D407FAB0C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85E632-D2CD-23CE-1909-CAE26BD3A3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0F1984-5B4E-7BC5-C919-A789A0205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AA73A-FEEF-1F20-1155-5B3FFA58F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2A1219-EEBA-F898-D41F-BCBC50262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459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F18644-7FC6-288A-4F86-CB6B2140C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27458-EA40-F9A4-45D0-8E4AA77A3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62C56F-FA36-7707-E99C-86FD7A19F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A4DD6B-50D3-AF73-D093-FD9322823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6D0CCD-2186-7510-9450-5D6D2F31E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08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37BF9-C9BD-6A72-B9DE-1E0BBB221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E0464-38BC-A6B5-F85B-6372C392C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B1565E-6D45-B220-2A52-E7BA5134F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CD187B-A185-3F00-31FE-A4AC77FCC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9D1CCF-CF0A-4BDD-6CD0-B9CF4E7B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76531C-410A-FBA4-00F5-B8B7C3034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044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9509CC-9622-2691-25D4-96345E7D4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91D6F9-BD68-839A-1615-C72E73BFA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BA83591-297A-2B5D-A51A-95F759CF53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60810FE-1714-BAD9-7FAC-E26DE08AA6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D15CFE2-E776-7803-0F66-E10BAA9138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13D918-1843-79BA-8EFD-76983D067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39BC1B7-0451-3E9E-E6D1-1F0E7D5D6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B927C78-B08F-AE95-9B1A-CCA0A597C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20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339A78-FAC8-AE48-6B2B-9D7442473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69113DA-6BE8-F5C7-EC04-581D7D8E1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80F6785-5A10-7471-3A7D-1955959EE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FC7E6BB-9B7F-C790-A045-FD08D87D3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591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6A89102-29A1-CC90-902B-82DF2A05C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4538183-4A00-1E89-C34A-AE60FE2E2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F77F86-4EEA-7C11-0000-693177B17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10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4D6FE3-9E2E-FA7A-F9EA-22FA13D0D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D152D3-FE43-FE98-63FB-FDF1450D2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E62F5F-FF3B-AAFC-3477-18FBDC8F6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F0CDB1B-F459-3152-9721-BCD557A7E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5B3736-22C1-D108-7243-F5116DFA5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EA7AF9-2FB2-B405-1073-E0FB51D99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91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7DF5FE-87E8-6DB7-8F41-C84A20076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24A251-34E1-D65C-BB94-61142251C1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385FC38-9516-2DC6-75AE-799F7D50A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058403-8FCF-9582-3228-4C240557E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449134-370C-8870-7FC4-AC331D6C2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859336-C32D-58E5-0F84-B1A49757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9880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DE1DEB-4183-CE6A-F461-27918A210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8D8F26-B291-1E6B-D49E-8C67E22C5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9FC669-F231-DE02-C264-916AD79D5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3981445-E689-62B7-B925-D043A9D05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B562C-9A49-34BC-8A40-E47132B9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533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65B1624-E388-575B-11E9-CCEFAFA124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D6A81E-8868-E8FD-C2A8-B986ECC74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A47AC-FE02-4281-DEE7-1A6966205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F8258C-3020-D398-D948-5C54EE7F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1D3406-E913-9AD7-08CD-7768E3AA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92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036720-F181-848E-B5A2-5FC55E7C41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6DBA09-1602-4750-9DFC-651997987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BED299-ACE1-1240-7EB8-E61A5E2C2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21AC7E-2CA1-D7F8-5A73-95721D8EF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A90BDA-563C-8C14-4270-D21B0B401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461432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F7FE06-E523-EBF3-3E58-B8D66AE7C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2BFDA2-8715-52E2-973A-5BB63DD34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332980-F8BA-EED1-4905-41CFC54B2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9EEA79-987B-99A1-EF15-BEFF59CEC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DA14EC-70A4-C80E-3F33-3C6435F04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49986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48E42-E985-7F96-4184-2696181DB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AB8E52-1B1B-7646-E183-780BE28FA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3CF6C66-9609-FCA3-8452-6D6A06FF9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1A1A68-FACB-1600-11B3-8D3BE4597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47E016D-5089-1587-3B53-B7389C35F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1297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E444C9-43BC-5D89-6199-8C8117753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A1D558-56B9-5760-7711-9B2299CF4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77D435-9192-490F-3089-C4C13C19B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A2895A4-C5BC-210D-CE09-B256921E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009B01-BCC0-4A4F-E3E0-4B1AA233D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3A223E-D26D-A2B7-C8CE-ADA8BF788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929356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9A8DDD-7731-EABB-7ACC-5B26729D5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456EF2-2EF2-3010-EF8C-25CB81E83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6055AF-E22A-F5DF-6F9D-DF91F16F1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E81F56F-D51C-DA24-C9F8-EA99720BE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F9CD131-D24A-6275-0924-A442E119C7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5A2C84-403B-37DF-0DA9-71C570761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F668B9D-568C-81E1-00B6-C6004639B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03478B2-AA1F-4082-76D6-66761AA30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889616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8162BF-669C-3328-B8DC-C17632D08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EDDC68-F85F-495B-F43D-7F110CBB2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5E0FC32-EFB8-5214-38E0-E3F396D0C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D55052-43DD-2ED6-4F4C-B972C5975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261156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94AEFB6-66C7-FB97-56BA-6CBE7B6D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AD735AE-943D-F21F-BF61-B4720DD9E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59A752-AF6A-0F65-0BAE-BF2AD5B31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775780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984F0-4B25-992D-D01F-704BD7D2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1B46F9-36DB-F5DA-7292-F93B0F067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FB414B-C65D-A38A-E519-A834760A75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A471DF-E839-69BA-A247-DED55FD9E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186378-B77C-167C-AEDE-E383285FE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F6571F4-A93F-2819-3DFD-F9F47C43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0208346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D99F7-8ED7-8F04-7655-2B4CEC329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F11D18-2990-B06C-826D-D5299C63D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4639CE-2C06-8CDF-8C0D-099849267B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C97E688-F0A9-3730-69D8-81DC18989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55A9BD-E1E8-CD9E-A7CF-88FAEE2A7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B0A509-4C89-5B93-D1C8-3E19FF5B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19086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101F9-7111-1A11-8C5F-64B0C23C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50B3265-4C00-CA83-3FF8-CC720A3E6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59970A-3317-AE10-EF2D-A4837CDDF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C7C201-AA80-64A9-F43D-D2616074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76453-1025-3104-082D-85EAFE4DB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43978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56AD67D-58DF-DDAE-F336-18161A96B2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BBFAEF-D263-768B-D8B7-5B1005A569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53AE55-BC69-BA45-66D0-5F733F978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A48196-A37F-E7B1-FE21-97EFF1BD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5AEA81-D0D2-D470-CB36-0E4BA6094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918054376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_rels/slideMaster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2.xml"  /><Relationship Id="rId10" Type="http://schemas.openxmlformats.org/officeDocument/2006/relationships/slideLayout" Target="../slideLayouts/slideLayout21.xml"  /><Relationship Id="rId11" Type="http://schemas.openxmlformats.org/officeDocument/2006/relationships/slideLayout" Target="../slideLayouts/slideLayout22.xml"  /><Relationship Id="rId12" Type="http://schemas.openxmlformats.org/officeDocument/2006/relationships/theme" Target="../theme/theme2.xml"  /><Relationship Id="rId2" Type="http://schemas.openxmlformats.org/officeDocument/2006/relationships/slideLayout" Target="../slideLayouts/slideLayout13.xml"  /><Relationship Id="rId3" Type="http://schemas.openxmlformats.org/officeDocument/2006/relationships/slideLayout" Target="../slideLayouts/slideLayout14.xml"  /><Relationship Id="rId4" Type="http://schemas.openxmlformats.org/officeDocument/2006/relationships/slideLayout" Target="../slideLayouts/slideLayout15.xml"  /><Relationship Id="rId5" Type="http://schemas.openxmlformats.org/officeDocument/2006/relationships/slideLayout" Target="../slideLayouts/slideLayout16.xml"  /><Relationship Id="rId6" Type="http://schemas.openxmlformats.org/officeDocument/2006/relationships/slideLayout" Target="../slideLayouts/slideLayout17.xml"  /><Relationship Id="rId7" Type="http://schemas.openxmlformats.org/officeDocument/2006/relationships/slideLayout" Target="../slideLayouts/slideLayout18.xml"  /><Relationship Id="rId8" Type="http://schemas.openxmlformats.org/officeDocument/2006/relationships/slideLayout" Target="../slideLayouts/slideLayout19.xml"  /><Relationship Id="rId9" Type="http://schemas.openxmlformats.org/officeDocument/2006/relationships/slideLayout" Target="../slideLayouts/slideLayout20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655B4C-C75D-86A9-520B-0B254D9A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8D4C019-9C2E-2CF1-4158-F06CCC0CB8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3F7EE36-8782-B3A2-8431-0F2847914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955A74-088A-48F6-9146-D1777A9A8BC1}" type="datetimeFigureOut">
              <a:rPr lang="ko-KR" altLang="en-US" smtClean="0"/>
              <a:t>2026-03-27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1D736B-D2C9-6EA2-8CEE-F2D297D32E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B2A79A-B1D8-1DFF-7060-E24B8053AE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FD882-8EC1-419E-A03F-6E3ECD99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9159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28D8704-F46A-25B6-07BA-07D990529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85AE76-256A-8EE8-0497-F614D6553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3BEE861-6EE1-59A1-53A1-289E73FD6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74F2B6-C27C-5F4B-ADA0-4EC26CBCEC48}" type="datetimeFigureOut">
              <a:rPr kumimoji="1" lang="ko-Kore-KR" altLang="en-US" smtClean="0"/>
              <a:t>03/27/2026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4555AC-7858-57EB-31D8-D3F4B95830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FF00-71E4-6457-DAC7-10256752C3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AE0364-9F94-4F49-8F55-3A19E29A1CD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488379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2" Type="http://schemas.openxmlformats.org/officeDocument/2006/relationships/slideLayout" Target="../slideLayouts/slideLayout18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8.xml"  /><Relationship Id="rId2" Type="http://schemas.openxmlformats.org/officeDocument/2006/relationships/image" Target="../media/image1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Relationship Id="rId3" Type="http://schemas.openxmlformats.org/officeDocument/2006/relationships/image" Target="../media/image1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Relationship Id="rId3" Type="http://schemas.openxmlformats.org/officeDocument/2006/relationships/image" Target="../media/image5.png"  /><Relationship Id="rId4" Type="http://schemas.openxmlformats.org/officeDocument/2006/relationships/image" Target="../media/image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3718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0D7EADAA-C9A5-FAA5-46BE-F3A81A33F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730" y="6320585"/>
            <a:ext cx="2222500" cy="30480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F6F39FEE-136D-6E9C-9834-0C9D89CF4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0365" y="6395515"/>
            <a:ext cx="216916" cy="154940"/>
          </a:xfrm>
          <a:prstGeom prst="rect">
            <a:avLst/>
          </a:prstGeom>
        </p:spPr>
      </p:pic>
      <p:pic>
        <p:nvPicPr>
          <p:cNvPr id="19" name="그림 18" descr="로고, 그래픽, 상징, 디자인이(가) 표시된 사진&#10;&#10;자동 생성된 설명">
            <a:extLst>
              <a:ext uri="{FF2B5EF4-FFF2-40B4-BE49-F238E27FC236}">
                <a16:creationId xmlns:a16="http://schemas.microsoft.com/office/drawing/2014/main" id="{B4DDAAB7-7945-4EA7-E04F-F696B3003E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7036" y="6380021"/>
            <a:ext cx="185928" cy="18592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CF65AE0-6BBA-DA74-A81B-8AD3D3E33907}"/>
              </a:ext>
            </a:extLst>
          </p:cNvPr>
          <p:cNvSpPr txBox="1"/>
          <p:nvPr/>
        </p:nvSpPr>
        <p:spPr>
          <a:xfrm>
            <a:off x="8563820" y="6302297"/>
            <a:ext cx="1241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1833-5168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4DB4EE-7F1E-FDAC-9920-05C84E8B711D}"/>
              </a:ext>
            </a:extLst>
          </p:cNvPr>
          <p:cNvSpPr txBox="1"/>
          <p:nvPr/>
        </p:nvSpPr>
        <p:spPr>
          <a:xfrm>
            <a:off x="10101735" y="6293153"/>
            <a:ext cx="20521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sr@readypost.co.kr</a:t>
            </a:r>
          </a:p>
        </p:txBody>
      </p:sp>
      <p:pic>
        <p:nvPicPr>
          <p:cNvPr id="28" name="그림 27" descr="폰트, 그래픽, 그래픽 디자인, 화이트이(가) 표시된 사진&#10;&#10;자동 생성된 설명">
            <a:extLst>
              <a:ext uri="{FF2B5EF4-FFF2-40B4-BE49-F238E27FC236}">
                <a16:creationId xmlns:a16="http://schemas.microsoft.com/office/drawing/2014/main" id="{A4BAECA4-BC79-DFF4-67B7-7ECA57C0ED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49974" y="304707"/>
            <a:ext cx="1527178" cy="30495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5E0340-FBCC-C0AE-B10F-ABA79EE3CD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8230" y="1689099"/>
            <a:ext cx="6100282" cy="583621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544121-8EE3-D2FD-1DCA-89371608EBE4}"/>
              </a:ext>
            </a:extLst>
          </p:cNvPr>
          <p:cNvSpPr txBox="1"/>
          <p:nvPr/>
        </p:nvSpPr>
        <p:spPr>
          <a:xfrm>
            <a:off x="402995" y="3070371"/>
            <a:ext cx="46150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국내 </a:t>
            </a:r>
            <a:r>
              <a:rPr kumimoji="1" lang="en-US" altLang="ko-KR" sz="28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No.1 </a:t>
            </a:r>
            <a:r>
              <a:rPr kumimoji="1" lang="ko-KR" altLang="en-US" sz="28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10000"/>
                    <a:lumOff val="90000"/>
                  </a:srgbClr>
                </a:solidFill>
                <a:effectLst/>
                <a:uLnTx/>
                <a:uFillTx/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정비사업 솔루션</a:t>
            </a:r>
            <a:endParaRPr kumimoji="1" lang="en-US" altLang="ko-KR" sz="2800" b="1" i="0" u="none" strike="noStrike" kern="1200" cap="none" spc="0" normalizeH="0" baseline="0" noProof="0">
              <a:ln>
                <a:noFill/>
              </a:ln>
              <a:solidFill>
                <a:srgbClr val="0E2841">
                  <a:lumMod val="10000"/>
                  <a:lumOff val="90000"/>
                </a:srgbClr>
              </a:solidFill>
              <a:effectLst/>
              <a:uLnTx/>
              <a:uFillTx/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pic>
        <p:nvPicPr>
          <p:cNvPr id="15" name="그림 14" descr="폰트, 텍스트, 그래픽, 화이트이(가) 표시된 사진&#10;&#10;자동 생성된 설명">
            <a:extLst>
              <a:ext uri="{FF2B5EF4-FFF2-40B4-BE49-F238E27FC236}">
                <a16:creationId xmlns:a16="http://schemas.microsoft.com/office/drawing/2014/main" id="{026B894E-3D64-D53E-F043-F3A7848722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031" y="3659319"/>
            <a:ext cx="3909759" cy="571467"/>
          </a:xfrm>
          <a:prstGeom prst="rect">
            <a:avLst/>
          </a:prstGeom>
        </p:spPr>
      </p:pic>
      <p:pic>
        <p:nvPicPr>
          <p:cNvPr id="29" name="Picture 6" descr="A screenshot of a screen shot of a group of people&#10;&#10;Description automatically generated">
            <a:extLst>
              <a:ext uri="{FF2B5EF4-FFF2-40B4-BE49-F238E27FC236}">
                <a16:creationId xmlns:a16="http://schemas.microsoft.com/office/drawing/2014/main" id="{8DEB2E6D-7487-BF67-2BCC-DA8E0982CF8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9211" y="3127345"/>
            <a:ext cx="1551789" cy="2958151"/>
          </a:xfrm>
          <a:prstGeom prst="rect">
            <a:avLst/>
          </a:prstGeom>
        </p:spPr>
      </p:pic>
      <p:grpSp>
        <p:nvGrpSpPr>
          <p:cNvPr id="3" name="그룹 2">
            <a:extLst>
              <a:ext uri="{FF2B5EF4-FFF2-40B4-BE49-F238E27FC236}">
                <a16:creationId xmlns:a16="http://schemas.microsoft.com/office/drawing/2014/main" id="{DD19B991-578A-C4B2-C01E-EA80EB3DF0C0}"/>
              </a:ext>
            </a:extLst>
          </p:cNvPr>
          <p:cNvGrpSpPr/>
          <p:nvPr/>
        </p:nvGrpSpPr>
        <p:grpSpPr>
          <a:xfrm>
            <a:off x="8361729" y="3135126"/>
            <a:ext cx="1551789" cy="2958151"/>
            <a:chOff x="9674652" y="2133223"/>
            <a:chExt cx="2052165" cy="4089015"/>
          </a:xfrm>
        </p:grpSpPr>
        <p:pic>
          <p:nvPicPr>
            <p:cNvPr id="30" name="Picture 11" descr="A screenshot of a phone&#10;&#10;Description automatically generated">
              <a:extLst>
                <a:ext uri="{FF2B5EF4-FFF2-40B4-BE49-F238E27FC236}">
                  <a16:creationId xmlns:a16="http://schemas.microsoft.com/office/drawing/2014/main" id="{5AD20378-19A2-927A-0A77-D97C4FA97F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674652" y="2133223"/>
              <a:ext cx="2052165" cy="408901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50CE9F72-1387-A9FC-FE76-BF352432DA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788792" y="2941155"/>
              <a:ext cx="1845423" cy="3051213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3DD1D62-5CC0-30E1-545A-8AC3BAF16C7F}"/>
                </a:ext>
              </a:extLst>
            </p:cNvPr>
            <p:cNvSpPr/>
            <p:nvPr/>
          </p:nvSpPr>
          <p:spPr>
            <a:xfrm>
              <a:off x="9917753" y="2455831"/>
              <a:ext cx="1587499" cy="260349"/>
            </a:xfrm>
            <a:prstGeom prst="rect">
              <a:avLst/>
            </a:prstGeom>
            <a:solidFill>
              <a:srgbClr val="2A119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Pretendard" panose="02000503000000020004" pitchFamily="50" charset="-127"/>
                  <a:ea typeface="Pretendard" panose="02000503000000020004" pitchFamily="50" charset="-127"/>
                  <a:cs typeface="Pretendard" panose="02000503000000020004" pitchFamily="50" charset="-127"/>
                </a:rPr>
                <a:t>모바일 전자투표</a:t>
              </a:r>
            </a:p>
          </p:txBody>
        </p:sp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3B58D423-C98F-9FCC-2D31-4B961F1BADE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9950" y="3135126"/>
            <a:ext cx="1556086" cy="296634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24940" y="1049036"/>
            <a:ext cx="8342120" cy="635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1" lang="ko-KR" altLang="en-US" sz="3600" b="1">
                <a:solidFill>
                  <a:srgbClr val="0e2841">
                    <a:lumMod val="10000"/>
                    <a:lumOff val="90000"/>
                  </a:srgbClr>
                </a:solidFill>
                <a:latin typeface="Pretendard"/>
                <a:ea typeface="Pretendard"/>
                <a:cs typeface="Pretendard"/>
              </a:rPr>
              <a:t>전자서명동의서 참여 안내</a:t>
            </a:r>
            <a:endParaRPr kumimoji="1" lang="en-US" altLang="ko-KR" sz="3600" b="1">
              <a:solidFill>
                <a:srgbClr val="0e2841">
                  <a:lumMod val="10000"/>
                  <a:lumOff val="90000"/>
                </a:srgbClr>
              </a:solidFill>
              <a:effectLst/>
              <a:uLnTx/>
              <a:uFillTx/>
              <a:latin typeface="Pretendard"/>
              <a:ea typeface="Pretendard"/>
              <a:cs typeface="Pretendard"/>
            </a:endParaRPr>
          </a:p>
        </p:txBody>
      </p:sp>
    </p:spTree>
    <p:extLst>
      <p:ext uri="{BB962C8B-B14F-4D97-AF65-F5344CB8AC3E}">
        <p14:creationId xmlns:p14="http://schemas.microsoft.com/office/powerpoint/2010/main" val="360411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878C8C-1B0F-3D97-1BCA-2C14058D349C}"/>
              </a:ext>
            </a:extLst>
          </p:cNvPr>
          <p:cNvSpPr/>
          <p:nvPr/>
        </p:nvSpPr>
        <p:spPr>
          <a:xfrm>
            <a:off x="0" y="3145901"/>
            <a:ext cx="12192000" cy="3718560"/>
          </a:xfrm>
          <a:prstGeom prst="rect">
            <a:avLst/>
          </a:prstGeom>
          <a:solidFill>
            <a:srgbClr val="252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 descr="텍스트, 스크린샷, 황동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E15AB1A-16A5-7A58-42FC-33618718B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38" y="-19664"/>
            <a:ext cx="112427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7812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05541D-36ED-FDC0-AAD0-B270AA99CBAB}"/>
              </a:ext>
            </a:extLst>
          </p:cNvPr>
          <p:cNvSpPr txBox="1"/>
          <p:nvPr/>
        </p:nvSpPr>
        <p:spPr>
          <a:xfrm>
            <a:off x="470728" y="179191"/>
            <a:ext cx="6096000" cy="378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ko-KR" alt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전자 서비스 도입의 필요성 </a:t>
            </a:r>
            <a:r>
              <a:rPr kumimoji="1" lang="en-US" altLang="ko-KR" sz="1400" b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– </a:t>
            </a:r>
            <a:r>
              <a:rPr kumimoji="1" lang="ko-KR" altLang="en-US" sz="1400" b="1">
                <a:solidFill>
                  <a:schemeClr val="tx1">
                    <a:lumMod val="95000"/>
                    <a:lumOff val="5000"/>
                  </a:schemeClr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비용을 절약합니다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8C5E18B-3778-9D67-324A-99252F82B77C}"/>
              </a:ext>
            </a:extLst>
          </p:cNvPr>
          <p:cNvCxnSpPr/>
          <p:nvPr/>
        </p:nvCxnSpPr>
        <p:spPr>
          <a:xfrm>
            <a:off x="371364" y="555961"/>
            <a:ext cx="11449272" cy="0"/>
          </a:xfrm>
          <a:prstGeom prst="line">
            <a:avLst/>
          </a:prstGeom>
          <a:ln>
            <a:gradFill>
              <a:gsLst>
                <a:gs pos="0">
                  <a:srgbClr val="252161"/>
                </a:gs>
                <a:gs pos="100000">
                  <a:srgbClr val="61A2D7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4C19088-83F6-A36A-0973-6BF6242F6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350" y="855385"/>
            <a:ext cx="11047313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800">
                <a:solidFill>
                  <a:srgbClr val="252161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징구 과정에서 소모되는 비용을 절감하여</a:t>
            </a:r>
            <a:endParaRPr lang="en-US" altLang="ko-KR" sz="2800">
              <a:solidFill>
                <a:srgbClr val="252161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pPr lvl="0"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2800">
                <a:solidFill>
                  <a:srgbClr val="FF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분담금으로 이어지는 </a:t>
            </a:r>
            <a:r>
              <a:rPr lang="ko-KR" altLang="en-US" sz="2800" err="1">
                <a:solidFill>
                  <a:srgbClr val="FF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토지등소유자의</a:t>
            </a:r>
            <a:r>
              <a:rPr lang="ko-KR" altLang="en-US" sz="2800">
                <a:solidFill>
                  <a:srgbClr val="FF0000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 부담이 줄어듭니다</a:t>
            </a:r>
            <a:endParaRPr lang="en-US" altLang="ko-KR" sz="2800">
              <a:solidFill>
                <a:srgbClr val="FF0000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57EAA107-B256-3B98-E61A-AD949E5E6119}"/>
              </a:ext>
            </a:extLst>
          </p:cNvPr>
          <p:cNvSpPr/>
          <p:nvPr/>
        </p:nvSpPr>
        <p:spPr>
          <a:xfrm>
            <a:off x="727105" y="2158121"/>
            <a:ext cx="5408902" cy="391628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4CEB27C-B26C-6566-75C7-3F126FE17EBA}"/>
              </a:ext>
            </a:extLst>
          </p:cNvPr>
          <p:cNvSpPr/>
          <p:nvPr/>
        </p:nvSpPr>
        <p:spPr>
          <a:xfrm>
            <a:off x="5981700" y="2158121"/>
            <a:ext cx="5535996" cy="3916289"/>
          </a:xfrm>
          <a:prstGeom prst="rect">
            <a:avLst/>
          </a:prstGeom>
          <a:solidFill>
            <a:srgbClr val="25216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EA089BE-7830-A417-95AF-31C07B34B011}"/>
              </a:ext>
            </a:extLst>
          </p:cNvPr>
          <p:cNvSpPr txBox="1"/>
          <p:nvPr/>
        </p:nvSpPr>
        <p:spPr>
          <a:xfrm>
            <a:off x="765222" y="4751853"/>
            <a:ext cx="4965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동의서 징구 평균 비용</a:t>
            </a:r>
            <a:endParaRPr lang="en-US" altLang="ko-KR" sz="2800" b="1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최소 </a:t>
            </a:r>
            <a:r>
              <a:rPr lang="en-US" altLang="ko-KR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3</a:t>
            </a:r>
            <a:r>
              <a:rPr lang="ko-KR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억원 이상</a:t>
            </a:r>
            <a:endParaRPr lang="ko-KR" altLang="en-US" sz="28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9F2733EA-E489-32C7-AA4A-5D59F5FAFBFD}"/>
              </a:ext>
            </a:extLst>
          </p:cNvPr>
          <p:cNvSpPr/>
          <p:nvPr/>
        </p:nvSpPr>
        <p:spPr>
          <a:xfrm>
            <a:off x="6566728" y="3625850"/>
            <a:ext cx="4621972" cy="590550"/>
          </a:xfrm>
          <a:prstGeom prst="round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C41AB38B-00DE-B52B-B5F6-E11E752F0E2E}"/>
              </a:ext>
            </a:extLst>
          </p:cNvPr>
          <p:cNvSpPr/>
          <p:nvPr/>
        </p:nvSpPr>
        <p:spPr>
          <a:xfrm>
            <a:off x="6566728" y="4360802"/>
            <a:ext cx="4621972" cy="590550"/>
          </a:xfrm>
          <a:prstGeom prst="round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17011159-357A-ABAC-7234-EEF56A1BFC06}"/>
              </a:ext>
            </a:extLst>
          </p:cNvPr>
          <p:cNvSpPr/>
          <p:nvPr/>
        </p:nvSpPr>
        <p:spPr>
          <a:xfrm>
            <a:off x="6566728" y="5097281"/>
            <a:ext cx="4621972" cy="590550"/>
          </a:xfrm>
          <a:prstGeom prst="roundRect">
            <a:avLst/>
          </a:prstGeom>
          <a:solidFill>
            <a:srgbClr val="E1ECF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/>
          <p:cNvSpPr txBox="1"/>
          <p:nvPr/>
        </p:nvSpPr>
        <p:spPr>
          <a:xfrm>
            <a:off x="6642955" y="3736459"/>
            <a:ext cx="438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ü"/>
              <a:defRPr/>
            </a:pPr>
            <a:r>
              <a:rPr lang="ko-KR" altLang="en-US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토지등소유자 본인 연락처로 문자 송달</a:t>
            </a:r>
            <a:endParaRPr lang="ko-KR" altLang="en-US">
              <a:solidFill>
                <a:sysClr val="windowText" lastClr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653539" y="4484552"/>
            <a:ext cx="438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ü"/>
              <a:defRPr/>
            </a:pPr>
            <a:r>
              <a:rPr lang="en-US" altLang="ko-KR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  <a:r>
              <a:rPr lang="ko-KR" altLang="en-US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분만에 동의 완료</a:t>
            </a:r>
            <a:r>
              <a:rPr lang="en-US" altLang="ko-KR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! </a:t>
            </a:r>
            <a:r>
              <a:rPr lang="ko-KR" altLang="en-US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시간을 줄이는 전자동의</a:t>
            </a:r>
            <a:endParaRPr lang="ko-KR" altLang="en-US">
              <a:solidFill>
                <a:sysClr val="windowText" lastClr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642955" y="5232646"/>
            <a:ext cx="4386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Wingdings"/>
              <a:buChar char="ü"/>
              <a:defRPr/>
            </a:pPr>
            <a:r>
              <a:rPr lang="ko-KR" altLang="en-US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언제 어디서든 원하는 곳에서 참여 가능</a:t>
            </a:r>
            <a:r>
              <a:rPr lang="en-US" altLang="ko-KR">
                <a:solidFill>
                  <a:sysClr val="windowText" lastClr="000000"/>
                </a:solidFill>
                <a:latin typeface="Pretendard SemiBold"/>
                <a:ea typeface="Pretendard SemiBold"/>
                <a:cs typeface="Pretendard SemiBold"/>
              </a:rPr>
              <a:t>!</a:t>
            </a:r>
            <a:endParaRPr lang="en-US" altLang="ko-KR">
              <a:solidFill>
                <a:sysClr val="windowText" lastClr="000000"/>
              </a:solidFill>
              <a:latin typeface="Pretendard SemiBold"/>
              <a:ea typeface="Pretendard SemiBold"/>
              <a:cs typeface="Pretendard SemiBold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0EF7E8C6-4590-975F-411C-ABF1FEA62BC9}"/>
              </a:ext>
            </a:extLst>
          </p:cNvPr>
          <p:cNvSpPr/>
          <p:nvPr/>
        </p:nvSpPr>
        <p:spPr>
          <a:xfrm>
            <a:off x="1106964" y="2461876"/>
            <a:ext cx="4246086" cy="59055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25A80079-3DC3-43FB-8162-D16FE865DDFE}"/>
              </a:ext>
            </a:extLst>
          </p:cNvPr>
          <p:cNvSpPr/>
          <p:nvPr/>
        </p:nvSpPr>
        <p:spPr>
          <a:xfrm>
            <a:off x="1106964" y="3148207"/>
            <a:ext cx="4246086" cy="59055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820EF51-5623-E465-5DCD-C2338875D736}"/>
              </a:ext>
            </a:extLst>
          </p:cNvPr>
          <p:cNvSpPr/>
          <p:nvPr/>
        </p:nvSpPr>
        <p:spPr>
          <a:xfrm>
            <a:off x="1106964" y="3854409"/>
            <a:ext cx="4246086" cy="59055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A1A88AF-208C-96E6-37B3-30C1CDCD5AD7}"/>
              </a:ext>
            </a:extLst>
          </p:cNvPr>
          <p:cNvSpPr txBox="1"/>
          <p:nvPr/>
        </p:nvSpPr>
        <p:spPr>
          <a:xfrm>
            <a:off x="1190230" y="2573783"/>
            <a:ext cx="392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책자 제작</a:t>
            </a:r>
            <a:r>
              <a:rPr lang="en-US" altLang="ko-KR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, </a:t>
            </a:r>
            <a:r>
              <a:rPr lang="ko-KR" altLang="en-US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인쇄 및 우편 발송</a:t>
            </a:r>
            <a:r>
              <a:rPr lang="en-US" altLang="ko-KR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·</a:t>
            </a:r>
            <a:r>
              <a:rPr lang="ko-KR" altLang="en-US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반송 비용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1843ED0-4537-F4D0-BFAB-81D56484A496}"/>
              </a:ext>
            </a:extLst>
          </p:cNvPr>
          <p:cNvSpPr txBox="1"/>
          <p:nvPr/>
        </p:nvSpPr>
        <p:spPr>
          <a:xfrm>
            <a:off x="1190230" y="3273334"/>
            <a:ext cx="392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OS </a:t>
            </a:r>
            <a:r>
              <a:rPr lang="ko-KR" altLang="en-US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요원 및 독려 </a:t>
            </a:r>
            <a:r>
              <a:rPr lang="en-US" altLang="ko-KR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TM </a:t>
            </a:r>
            <a:r>
              <a:rPr lang="ko-KR" altLang="en-US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인원 고용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37364F-BA40-3131-C97E-C82E4DB7B13B}"/>
              </a:ext>
            </a:extLst>
          </p:cNvPr>
          <p:cNvSpPr txBox="1"/>
          <p:nvPr/>
        </p:nvSpPr>
        <p:spPr>
          <a:xfrm>
            <a:off x="1190230" y="3964275"/>
            <a:ext cx="392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>
                <a:solidFill>
                  <a:sysClr val="windowText" lastClr="000000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보고서 작성 등 행정 인원 고용</a:t>
            </a:r>
          </a:p>
        </p:txBody>
      </p:sp>
      <p:sp>
        <p:nvSpPr>
          <p:cNvPr id="79" name="이등변 삼각형 78">
            <a:extLst>
              <a:ext uri="{FF2B5EF4-FFF2-40B4-BE49-F238E27FC236}">
                <a16:creationId xmlns:a16="http://schemas.microsoft.com/office/drawing/2014/main" id="{ECDE9F79-4EE7-FA15-12D9-ADF2C59A1B18}"/>
              </a:ext>
            </a:extLst>
          </p:cNvPr>
          <p:cNvSpPr/>
          <p:nvPr/>
        </p:nvSpPr>
        <p:spPr>
          <a:xfrm rot="5400000">
            <a:off x="5606462" y="3795185"/>
            <a:ext cx="1075653" cy="343283"/>
          </a:xfrm>
          <a:prstGeom prst="triangl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B934A4-BF23-4502-EA3F-CCD377B6B83E}"/>
              </a:ext>
            </a:extLst>
          </p:cNvPr>
          <p:cNvSpPr txBox="1"/>
          <p:nvPr/>
        </p:nvSpPr>
        <p:spPr>
          <a:xfrm>
            <a:off x="6353165" y="2392220"/>
            <a:ext cx="49657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최대 </a:t>
            </a:r>
            <a:r>
              <a:rPr lang="en-US" altLang="ko-KR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90%</a:t>
            </a:r>
            <a:r>
              <a:rPr lang="ko-KR" altLang="en-US" sz="3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 이상</a:t>
            </a:r>
            <a:endParaRPr lang="en-US" altLang="ko-KR" sz="32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  <a:p>
            <a:pPr algn="ctr"/>
            <a:r>
              <a:rPr lang="ko-KR" altLang="en-US" sz="2800" b="1">
                <a:solidFill>
                  <a:schemeClr val="bg1"/>
                </a:solidFill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rPr>
              <a:t>비용 절감 가능</a:t>
            </a:r>
            <a:endParaRPr lang="ko-KR" altLang="en-US" sz="2400" b="1">
              <a:solidFill>
                <a:schemeClr val="bg1"/>
              </a:solidFill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1225652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B6C94447-DF9B-EE64-FB17-26098CC72DB2}"/>
              </a:ext>
            </a:extLst>
          </p:cNvPr>
          <p:cNvSpPr/>
          <p:nvPr/>
        </p:nvSpPr>
        <p:spPr>
          <a:xfrm>
            <a:off x="0" y="0"/>
            <a:ext cx="12192000" cy="1263650"/>
          </a:xfrm>
          <a:prstGeom prst="rect">
            <a:avLst/>
          </a:prstGeom>
          <a:solidFill>
            <a:srgbClr val="252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6732" y="212792"/>
            <a:ext cx="11042832" cy="89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buNone/>
              <a:defRPr/>
            </a:pPr>
            <a:r>
              <a:rPr lang="ko-KR" altLang="en-US" sz="20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전자서명동의서</a:t>
            </a:r>
            <a:endParaRPr lang="ko-KR" altLang="en-US" sz="200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  <a:p>
            <a:pPr lvl="0">
              <a:lnSpc>
                <a:spcPct val="110000"/>
              </a:lnSpc>
              <a:buNone/>
              <a:defRPr/>
            </a:pPr>
            <a:r>
              <a:rPr lang="ko-KR" altLang="en-US" sz="28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어떻게 진행되나요</a:t>
            </a:r>
            <a:r>
              <a:rPr lang="en-US" altLang="ko-KR" sz="28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?</a:t>
            </a:r>
            <a:endParaRPr lang="en-US" altLang="ko-KR" sz="280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grpSp>
        <p:nvGrpSpPr>
          <p:cNvPr id="43" name=""/>
          <p:cNvGrpSpPr/>
          <p:nvPr/>
        </p:nvGrpSpPr>
        <p:grpSpPr>
          <a:xfrm rot="0">
            <a:off x="1731819" y="1844863"/>
            <a:ext cx="5269056" cy="3965432"/>
            <a:chOff x="826943" y="1816287"/>
            <a:chExt cx="5269056" cy="3965432"/>
          </a:xfrm>
        </p:grpSpPr>
        <p:sp>
          <p:nvSpPr>
            <p:cNvPr id="41" name="직사각형 40"/>
            <p:cNvSpPr/>
            <p:nvPr/>
          </p:nvSpPr>
          <p:spPr>
            <a:xfrm>
              <a:off x="826943" y="1821051"/>
              <a:ext cx="2034886" cy="3896590"/>
            </a:xfrm>
            <a:prstGeom prst="rect">
              <a:avLst/>
            </a:prstGeom>
            <a:solidFill>
              <a:schemeClr val="lt1"/>
            </a:solidFill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p>
              <a:pPr lvl="0" algn="ctr">
                <a:defRPr/>
              </a:pPr>
              <a:r>
                <a:rPr lang="en-US" altLang="ko-KR"/>
                <a:t>{</a:t>
              </a:r>
              <a:endParaRPr lang="en-US" altLang="ko-KR"/>
            </a:p>
          </p:txBody>
        </p:sp>
        <p:pic>
          <p:nvPicPr>
            <p:cNvPr id="37" name="그림 36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029270" y="1816287"/>
              <a:ext cx="2066729" cy="3965432"/>
            </a:xfrm>
            <a:prstGeom prst="rect">
              <a:avLst/>
            </a:prstGeom>
          </p:spPr>
        </p:pic>
      </p:grpSp>
      <p:pic>
        <p:nvPicPr>
          <p:cNvPr id="39" name="그림 3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7215022" y="-2863516"/>
            <a:ext cx="2793650" cy="5422222"/>
          </a:xfrm>
          <a:prstGeom prst="rect">
            <a:avLst/>
          </a:prstGeom>
        </p:spPr>
      </p:pic>
      <p:pic>
        <p:nvPicPr>
          <p:cNvPr id="40" name="그림 39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3843174" y="2222839"/>
            <a:ext cx="2793650" cy="5422222"/>
          </a:xfrm>
          <a:prstGeom prst="rect">
            <a:avLst/>
          </a:prstGeom>
        </p:spPr>
      </p:pic>
      <p:sp>
        <p:nvSpPr>
          <p:cNvPr id="44" name="가로 글상자 43"/>
          <p:cNvSpPr txBox="1"/>
          <p:nvPr/>
        </p:nvSpPr>
        <p:spPr>
          <a:xfrm>
            <a:off x="1698625" y="5992616"/>
            <a:ext cx="2127250" cy="635001"/>
          </a:xfrm>
          <a:prstGeom prst="rect">
            <a:avLst/>
          </a:prstGeom>
        </p:spPr>
        <p:txBody>
          <a:bodyPr wrap="square"/>
          <a:p>
            <a:pPr lvl="0" algn="ctr">
              <a:defRPr/>
            </a:pPr>
            <a:r>
              <a:rPr lang="ko-KR" altLang="en-US" sz="2000">
                <a:latin typeface="Pretendard"/>
                <a:ea typeface="Pretendard"/>
              </a:rPr>
              <a:t>개별 소유주에게</a:t>
            </a:r>
            <a:endParaRPr lang="ko-KR" altLang="en-US" sz="2000">
              <a:latin typeface="Pretendard"/>
              <a:ea typeface="Pretendard"/>
            </a:endParaRPr>
          </a:p>
          <a:p>
            <a:pPr lvl="0" algn="ctr">
              <a:defRPr/>
            </a:pPr>
            <a:r>
              <a:rPr lang="ko-KR" altLang="en-US" sz="2000">
                <a:latin typeface="Pretendard"/>
                <a:ea typeface="Pretendard"/>
              </a:rPr>
              <a:t>문자 발송</a:t>
            </a:r>
            <a:endParaRPr lang="ko-KR" altLang="en-US" sz="2000">
              <a:latin typeface="Pretendard"/>
              <a:ea typeface="Pretendard"/>
            </a:endParaRPr>
          </a:p>
        </p:txBody>
      </p:sp>
      <p:sp>
        <p:nvSpPr>
          <p:cNvPr id="45" name="가로 글상자 44"/>
          <p:cNvSpPr txBox="1"/>
          <p:nvPr/>
        </p:nvSpPr>
        <p:spPr>
          <a:xfrm>
            <a:off x="4888442" y="6028601"/>
            <a:ext cx="2127250" cy="635001"/>
          </a:xfrm>
          <a:prstGeom prst="rect">
            <a:avLst/>
          </a:prstGeom>
        </p:spPr>
        <p:txBody>
          <a:bodyPr wrap="square"/>
          <a:p>
            <a:pPr lvl="0" algn="ctr">
              <a:defRPr/>
            </a:pPr>
            <a:r>
              <a:rPr lang="ko-KR" altLang="en-US" sz="2000">
                <a:latin typeface="Pretendard"/>
                <a:ea typeface="Pretendard"/>
              </a:rPr>
              <a:t>통신사</a:t>
            </a:r>
            <a:endParaRPr lang="ko-KR" altLang="en-US" sz="2000">
              <a:latin typeface="Pretendard"/>
              <a:ea typeface="Pretendard"/>
            </a:endParaRPr>
          </a:p>
          <a:p>
            <a:pPr lvl="0" algn="ctr">
              <a:defRPr/>
            </a:pPr>
            <a:r>
              <a:rPr lang="ko-KR" altLang="en-US" sz="2000">
                <a:latin typeface="Pretendard"/>
                <a:ea typeface="Pretendard"/>
              </a:rPr>
              <a:t>본인인증</a:t>
            </a:r>
            <a:endParaRPr lang="ko-KR" altLang="en-US" sz="2000">
              <a:latin typeface="Pretendard"/>
              <a:ea typeface="Pretendard"/>
            </a:endParaRPr>
          </a:p>
        </p:txBody>
      </p:sp>
      <p:sp>
        <p:nvSpPr>
          <p:cNvPr id="46" name="가로 글상자 45"/>
          <p:cNvSpPr txBox="1"/>
          <p:nvPr/>
        </p:nvSpPr>
        <p:spPr>
          <a:xfrm>
            <a:off x="7984067" y="6007435"/>
            <a:ext cx="2127250" cy="635001"/>
          </a:xfrm>
          <a:prstGeom prst="rect">
            <a:avLst/>
          </a:prstGeom>
        </p:spPr>
        <p:txBody>
          <a:bodyPr wrap="square"/>
          <a:p>
            <a:pPr lvl="0" algn="ctr">
              <a:defRPr/>
            </a:pPr>
            <a:r>
              <a:rPr lang="ko-KR" altLang="en-US" sz="2000">
                <a:latin typeface="Pretendard"/>
                <a:ea typeface="Pretendard"/>
              </a:rPr>
              <a:t>동의서</a:t>
            </a:r>
            <a:endParaRPr lang="ko-KR" altLang="en-US" sz="2000">
              <a:latin typeface="Pretendard"/>
              <a:ea typeface="Pretendard"/>
            </a:endParaRPr>
          </a:p>
          <a:p>
            <a:pPr lvl="0" algn="ctr">
              <a:defRPr/>
            </a:pPr>
            <a:r>
              <a:rPr lang="ko-KR" altLang="en-US" sz="2000">
                <a:latin typeface="Pretendard"/>
                <a:ea typeface="Pretendard"/>
              </a:rPr>
              <a:t>서류 확인</a:t>
            </a:r>
            <a:endParaRPr lang="ko-KR" altLang="en-US" sz="2000">
              <a:latin typeface="Pretendard"/>
              <a:ea typeface="Pretendard"/>
            </a:endParaRPr>
          </a:p>
        </p:txBody>
      </p:sp>
      <p:pic>
        <p:nvPicPr>
          <p:cNvPr id="47" name="그림 46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735293" y="1832314"/>
            <a:ext cx="2033256" cy="3927316"/>
          </a:xfrm>
          <a:prstGeom prst="rect">
            <a:avLst/>
          </a:prstGeom>
        </p:spPr>
      </p:pic>
      <p:pic>
        <p:nvPicPr>
          <p:cNvPr id="48" name="그림 4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080529" y="1844676"/>
            <a:ext cx="2060760" cy="3999749"/>
          </a:xfrm>
          <a:prstGeom prst="rect">
            <a:avLst/>
          </a:prstGeom>
        </p:spPr>
      </p:pic>
      <p:sp>
        <p:nvSpPr>
          <p:cNvPr id="49" name="세로 글상자 48"/>
          <p:cNvSpPr txBox="1"/>
          <p:nvPr/>
        </p:nvSpPr>
        <p:spPr>
          <a:xfrm>
            <a:off x="9481184" y="3429000"/>
            <a:ext cx="470903" cy="374983"/>
          </a:xfrm>
          <a:prstGeom prst="rect">
            <a:avLst/>
          </a:prstGeom>
        </p:spPr>
        <p:txBody>
          <a:bodyPr vert="eaVert" wrap="square">
            <a:spAutoFit/>
          </a:bodyPr>
          <a:p>
            <a:pPr lvl="0">
              <a:defRPr/>
            </a:pPr>
            <a:endParaRPr/>
          </a:p>
        </p:txBody>
      </p:sp>
      <p:sp>
        <p:nvSpPr>
          <p:cNvPr id="50" name="직사각형 49"/>
          <p:cNvSpPr/>
          <p:nvPr/>
        </p:nvSpPr>
        <p:spPr>
          <a:xfrm>
            <a:off x="8282650" y="4008823"/>
            <a:ext cx="1659194" cy="297015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r>
              <a:rPr lang="ko-KR" altLang="en-US"/>
              <a:t>ㅍ</a:t>
            </a:r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8271180" y="4510678"/>
            <a:ext cx="1659194" cy="153628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r>
              <a:rPr lang="ko-KR" altLang="en-US"/>
              <a:t>ㅍ</a:t>
            </a:r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8249468" y="5648967"/>
            <a:ext cx="1659194" cy="153628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r>
              <a:rPr lang="ko-KR" altLang="en-US"/>
              <a:t>ㅍ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40407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263650"/>
          </a:xfrm>
          <a:prstGeom prst="rect">
            <a:avLst/>
          </a:prstGeom>
          <a:solidFill>
            <a:srgbClr val="252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6732" y="212792"/>
            <a:ext cx="11042832" cy="89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buNone/>
              <a:defRPr/>
            </a:pPr>
            <a:r>
              <a:rPr lang="ko-KR" altLang="en-US" sz="20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전자서명동의서</a:t>
            </a:r>
            <a:endParaRPr lang="ko-KR" altLang="en-US" sz="200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  <a:p>
            <a:pPr lvl="0">
              <a:lnSpc>
                <a:spcPct val="110000"/>
              </a:lnSpc>
              <a:buNone/>
              <a:defRPr/>
            </a:pPr>
            <a:r>
              <a:rPr lang="ko-KR" altLang="en-US" sz="28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어떻게 진행되나요</a:t>
            </a:r>
            <a:r>
              <a:rPr lang="en-US" altLang="ko-KR" sz="28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?</a:t>
            </a:r>
            <a:endParaRPr lang="en-US" altLang="ko-KR" sz="280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grpSp>
        <p:nvGrpSpPr>
          <p:cNvPr id="47" name=""/>
          <p:cNvGrpSpPr/>
          <p:nvPr/>
        </p:nvGrpSpPr>
        <p:grpSpPr>
          <a:xfrm rot="0">
            <a:off x="3358021" y="1625052"/>
            <a:ext cx="2197523" cy="5028499"/>
            <a:chOff x="4868581" y="1496990"/>
            <a:chExt cx="2253825" cy="5157333"/>
          </a:xfrm>
        </p:grpSpPr>
        <p:pic>
          <p:nvPicPr>
            <p:cNvPr id="39" name="그림 38"/>
            <p:cNvPicPr>
              <a:picLocks noChangeAspect="1"/>
            </p:cNvPicPr>
            <p:nvPr/>
          </p:nvPicPr>
          <p:blipFill rotWithShape="1">
            <a:blip r:embed="rId2"/>
            <a:stretch>
              <a:fillRect/>
            </a:stretch>
          </p:blipFill>
          <p:spPr>
            <a:xfrm>
              <a:off x="4868581" y="1496990"/>
              <a:ext cx="2253825" cy="4374471"/>
            </a:xfrm>
            <a:prstGeom prst="rect">
              <a:avLst/>
            </a:prstGeom>
          </p:spPr>
        </p:pic>
        <p:sp>
          <p:nvSpPr>
            <p:cNvPr id="45" name="가로 글상자 44"/>
            <p:cNvSpPr txBox="1"/>
            <p:nvPr/>
          </p:nvSpPr>
          <p:spPr>
            <a:xfrm>
              <a:off x="4888442" y="6019322"/>
              <a:ext cx="2127250" cy="635001"/>
            </a:xfrm>
            <a:prstGeom prst="rect">
              <a:avLst/>
            </a:prstGeom>
          </p:spPr>
          <p:txBody>
            <a:bodyPr wrap="square"/>
            <a:p>
              <a:pPr lvl="0" algn="ctr">
                <a:defRPr/>
              </a:pPr>
              <a:r>
                <a:rPr lang="ko-KR" altLang="en-US" sz="2000">
                  <a:latin typeface="Pretendard"/>
                  <a:ea typeface="Pretendard"/>
                </a:rPr>
                <a:t>실거주 주소 입력 </a:t>
              </a:r>
              <a:endParaRPr lang="ko-KR" altLang="en-US" sz="2000">
                <a:latin typeface="Pretendard"/>
                <a:ea typeface="Pretendard"/>
              </a:endParaRPr>
            </a:p>
            <a:p>
              <a:pPr lvl="0" algn="ctr">
                <a:defRPr/>
              </a:pPr>
              <a:r>
                <a:rPr lang="ko-KR" altLang="en-US" sz="2000">
                  <a:latin typeface="Pretendard"/>
                  <a:ea typeface="Pretendard"/>
                </a:rPr>
                <a:t>전자서명</a:t>
              </a:r>
              <a:endParaRPr lang="ko-KR" altLang="en-US" sz="2000">
                <a:latin typeface="Pretendard"/>
                <a:ea typeface="Pretendard"/>
              </a:endParaRPr>
            </a:p>
          </p:txBody>
        </p:sp>
      </p:grpSp>
      <p:grpSp>
        <p:nvGrpSpPr>
          <p:cNvPr id="48" name=""/>
          <p:cNvGrpSpPr/>
          <p:nvPr/>
        </p:nvGrpSpPr>
        <p:grpSpPr>
          <a:xfrm rot="0">
            <a:off x="6389105" y="1600520"/>
            <a:ext cx="2218773" cy="5169638"/>
            <a:chOff x="7955967" y="1548998"/>
            <a:chExt cx="2218773" cy="5169638"/>
          </a:xfrm>
        </p:grpSpPr>
        <p:pic>
          <p:nvPicPr>
            <p:cNvPr id="40" name="그림 39"/>
            <p:cNvPicPr>
              <a:picLocks noChangeAspect="1"/>
            </p:cNvPicPr>
            <p:nvPr/>
          </p:nvPicPr>
          <p:blipFill rotWithShape="1">
            <a:blip r:embed="rId3"/>
            <a:stretch>
              <a:fillRect/>
            </a:stretch>
          </p:blipFill>
          <p:spPr>
            <a:xfrm>
              <a:off x="7955967" y="1548998"/>
              <a:ext cx="2218773" cy="4306438"/>
            </a:xfrm>
            <a:prstGeom prst="rect">
              <a:avLst/>
            </a:prstGeom>
          </p:spPr>
        </p:pic>
        <p:sp>
          <p:nvSpPr>
            <p:cNvPr id="46" name="가로 글상자 45"/>
            <p:cNvSpPr txBox="1"/>
            <p:nvPr/>
          </p:nvSpPr>
          <p:spPr>
            <a:xfrm>
              <a:off x="7984067" y="6083635"/>
              <a:ext cx="2127250" cy="635001"/>
            </a:xfrm>
            <a:prstGeom prst="rect">
              <a:avLst/>
            </a:prstGeom>
          </p:spPr>
          <p:txBody>
            <a:bodyPr wrap="square"/>
            <a:p>
              <a:pPr lvl="0" algn="ctr">
                <a:defRPr/>
              </a:pPr>
              <a:r>
                <a:rPr lang="ko-KR" altLang="en-US" sz="2000">
                  <a:latin typeface="Pretendard"/>
                  <a:ea typeface="Pretendard"/>
                </a:rPr>
                <a:t>동의 완료</a:t>
              </a:r>
              <a:endParaRPr lang="ko-KR" altLang="en-US" sz="2000">
                <a:latin typeface="Pretendard"/>
                <a:ea typeface="Pretendard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32765727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chemeClr val="bg1">
            <a:lumMod val="95000"/>
          </a:scheme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0"/>
            <a:ext cx="12192000" cy="1263650"/>
          </a:xfrm>
          <a:prstGeom prst="rect">
            <a:avLst/>
          </a:prstGeom>
          <a:solidFill>
            <a:srgbClr val="2521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506732" y="212792"/>
            <a:ext cx="11042832" cy="890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0000"/>
              </a:lnSpc>
              <a:buNone/>
              <a:defRPr/>
            </a:pPr>
            <a:r>
              <a:rPr lang="ko-KR" altLang="en-US" sz="20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문자를 못 받은 경우</a:t>
            </a:r>
            <a:endParaRPr lang="ko-KR" altLang="en-US" sz="200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  <a:p>
            <a:pPr lvl="0">
              <a:lnSpc>
                <a:spcPct val="110000"/>
              </a:lnSpc>
              <a:buNone/>
              <a:defRPr/>
            </a:pPr>
            <a:r>
              <a:rPr lang="ko-KR" altLang="en-US" sz="28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어떻게 해야 할까요</a:t>
            </a:r>
            <a:r>
              <a:rPr lang="en-US" altLang="ko-KR" sz="2800">
                <a:solidFill>
                  <a:schemeClr val="bg1"/>
                </a:solidFill>
                <a:latin typeface="Pretendard ExtraBold"/>
                <a:ea typeface="Pretendard ExtraBold"/>
                <a:cs typeface="Pretendard ExtraBold"/>
              </a:rPr>
              <a:t>?</a:t>
            </a:r>
            <a:endParaRPr lang="en-US" altLang="ko-KR" sz="2800">
              <a:solidFill>
                <a:schemeClr val="bg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1" name="Rectangle 1"/>
          <p:cNvSpPr>
            <a:spLocks noChangeArrowheads="1"/>
          </p:cNvSpPr>
          <p:nvPr/>
        </p:nvSpPr>
        <p:spPr>
          <a:xfrm>
            <a:off x="581868" y="3197542"/>
            <a:ext cx="11047313" cy="10058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 algn="ctr" eaLnBrk="0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ko-KR" sz="60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1833-5168</a:t>
            </a:r>
            <a:endParaRPr lang="en-US" altLang="ko-KR" sz="6000">
              <a:solidFill>
                <a:srgbClr val="25216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52" name="Rectangle 1"/>
          <p:cNvSpPr>
            <a:spLocks noChangeArrowheads="1"/>
          </p:cNvSpPr>
          <p:nvPr/>
        </p:nvSpPr>
        <p:spPr>
          <a:xfrm>
            <a:off x="2838103" y="4257199"/>
            <a:ext cx="6534844" cy="6438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lvl="0" algn="ctr" eaLnBrk="0" latinLnBrk="0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평일 오전 </a:t>
            </a:r>
            <a:r>
              <a:rPr lang="en-US" altLang="ko-KR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10</a:t>
            </a:r>
            <a:r>
              <a:rPr lang="ko-KR" altLang="en-US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시 </a:t>
            </a:r>
            <a:r>
              <a:rPr lang="en-US" altLang="ko-KR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-</a:t>
            </a:r>
            <a:r>
              <a:rPr lang="ko-KR" altLang="en-US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 오후 </a:t>
            </a:r>
            <a:r>
              <a:rPr lang="en-US" altLang="ko-KR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6</a:t>
            </a:r>
            <a:r>
              <a:rPr lang="ko-KR" altLang="en-US" sz="3600">
                <a:solidFill>
                  <a:srgbClr val="252161"/>
                </a:solidFill>
                <a:latin typeface="Pretendard ExtraBold"/>
                <a:ea typeface="Pretendard ExtraBold"/>
                <a:cs typeface="Pretendard ExtraBold"/>
              </a:rPr>
              <a:t>시</a:t>
            </a:r>
            <a:endParaRPr lang="ko-KR" altLang="en-US" sz="3600">
              <a:solidFill>
                <a:srgbClr val="252161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867462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420F1DE-3A92-BF0B-2FAA-BB6AB7E9E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CB2C481-8C5A-B23D-CAC3-5DF03318A4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451" y="-3396639"/>
            <a:ext cx="10754419" cy="10754419"/>
          </a:xfrm>
          <a:prstGeom prst="rect">
            <a:avLst/>
          </a:prstGeom>
        </p:spPr>
      </p:pic>
      <p:pic>
        <p:nvPicPr>
          <p:cNvPr id="6" name="그림 5" descr="폰트, 그래픽, 그래픽 디자인, 화이트이(가) 표시된 사진&#10;&#10;자동 생성된 설명">
            <a:extLst>
              <a:ext uri="{FF2B5EF4-FFF2-40B4-BE49-F238E27FC236}">
                <a16:creationId xmlns:a16="http://schemas.microsoft.com/office/drawing/2014/main" id="{D18389CF-3F87-70A2-5E85-81E953852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463" y="2230997"/>
            <a:ext cx="5160705" cy="1030500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444195A1-F318-CB50-1A0A-9BD0B4E39681}"/>
              </a:ext>
            </a:extLst>
          </p:cNvPr>
          <p:cNvCxnSpPr>
            <a:cxnSpLocks/>
          </p:cNvCxnSpPr>
          <p:nvPr/>
        </p:nvCxnSpPr>
        <p:spPr>
          <a:xfrm>
            <a:off x="736282" y="5883275"/>
            <a:ext cx="0" cy="32756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DBC896D-4EB8-F2E7-F6A7-A43B46313917}"/>
              </a:ext>
            </a:extLst>
          </p:cNvPr>
          <p:cNvSpPr txBox="1"/>
          <p:nvPr/>
        </p:nvSpPr>
        <p:spPr>
          <a:xfrm>
            <a:off x="840374" y="5842838"/>
            <a:ext cx="8072729" cy="38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©READYPOST INC. ALL RIGHTS RESERVED.</a:t>
            </a:r>
          </a:p>
          <a:p>
            <a:pPr marR="0" lvl="0" indent="0" algn="l" fontAlgn="auto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본 문서는 당사의 기술</a:t>
            </a:r>
            <a:r>
              <a:rPr kumimoji="1" lang="en-US" altLang="ko-KR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(</a:t>
            </a:r>
            <a:r>
              <a:rPr kumimoji="1" lang="ko-KR" altLang="en-US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또는 지적</a:t>
            </a:r>
            <a:r>
              <a:rPr kumimoji="1" lang="en-US" altLang="ko-KR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)</a:t>
            </a:r>
            <a:r>
              <a:rPr kumimoji="1" lang="ko-KR" altLang="en-US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자료로써</a:t>
            </a:r>
            <a:r>
              <a:rPr kumimoji="1" lang="en-US" altLang="ko-KR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, </a:t>
            </a:r>
            <a:r>
              <a:rPr kumimoji="1" lang="ko-KR" altLang="en-US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당사의 승인 없이 양도</a:t>
            </a:r>
            <a:r>
              <a:rPr kumimoji="1" lang="en-US" altLang="ko-KR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, </a:t>
            </a:r>
            <a:r>
              <a:rPr kumimoji="1" lang="ko-KR" altLang="en-US" sz="900" b="0">
                <a:solidFill>
                  <a:schemeClr val="bg1"/>
                </a:solidFill>
                <a:latin typeface="Pretendard Thin" panose="02000203000000020004" pitchFamily="2" charset="-127"/>
                <a:ea typeface="Pretendard Thin" panose="02000203000000020004" pitchFamily="2" charset="-127"/>
                <a:cs typeface="Pretendard Thin" panose="02000203000000020004" pitchFamily="2" charset="-127"/>
              </a:rPr>
              <a:t>복사 등 무단사용을 금지함을 양지바랍니다</a:t>
            </a:r>
            <a:endParaRPr kumimoji="1" lang="en-US" altLang="ko-KR" sz="900" b="0">
              <a:solidFill>
                <a:schemeClr val="bg1"/>
              </a:solidFill>
              <a:latin typeface="Pretendard Thin" panose="02000203000000020004" pitchFamily="2" charset="-127"/>
              <a:ea typeface="Pretendard Thin" panose="02000203000000020004" pitchFamily="2" charset="-127"/>
              <a:cs typeface="Pretendard Thin" panose="020002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2C400-7086-AD84-B94E-4AF888DF687F}"/>
              </a:ext>
            </a:extLst>
          </p:cNvPr>
          <p:cNvSpPr txBox="1"/>
          <p:nvPr/>
        </p:nvSpPr>
        <p:spPr>
          <a:xfrm>
            <a:off x="736282" y="3324997"/>
            <a:ext cx="8072729" cy="6720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l" fontAlgn="auto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3200" b="0">
                <a:solidFill>
                  <a:schemeClr val="bg1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감사합니다</a:t>
            </a:r>
            <a:endParaRPr kumimoji="1" lang="en-US" altLang="ko-KR" sz="3200" b="0">
              <a:solidFill>
                <a:schemeClr val="bg1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66834021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3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127</ep:Words>
  <ep:PresentationFormat>와이드스크린</ep:PresentationFormat>
  <ep:Paragraphs>51</ep:Paragraphs>
  <ep:Slides>7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2</vt:i4>
      </vt:variant>
      <vt:variant>
        <vt:lpstr>슬라이드 제목</vt:lpstr>
      </vt:variant>
      <vt:variant>
        <vt:i4>7</vt:i4>
      </vt:variant>
    </vt:vector>
  </ep:HeadingPairs>
  <ep:TitlesOfParts>
    <vt:vector size="9" baseType="lpstr">
      <vt:lpstr>Office 테마</vt:lpstr>
      <vt:lpstr>1_Office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2025-08-22T07:06:38.000</dcterms:created>
  <dc:creator>곽세병</dc:creator>
  <cp:lastModifiedBy>고석균</cp:lastModifiedBy>
  <dcterms:modified xsi:type="dcterms:W3CDTF">2026-05-16T02:33:38.621</dcterms:modified>
  <cp:revision>33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